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2F3596-835D-40FD-B1D1-E4F07482C7FD}" v="123" dt="2026-09-12T17:12:10.89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433" autoAdjust="0"/>
    <p:restoredTop sz="95033" autoAdjust="0"/>
  </p:normalViewPr>
  <p:slideViewPr>
    <p:cSldViewPr snapToGrid="0">
      <p:cViewPr varScale="1">
        <p:scale>
          <a:sx n="82" d="100"/>
          <a:sy n="82" d="100"/>
        </p:scale>
        <p:origin x="51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hya badugu" userId="2061a769e4bdedba" providerId="LiveId" clId="{6E3120CC-4BEB-4BD4-973A-114D4A7D9DD9}"/>
    <pc:docChg chg="custSel modSld">
      <pc:chgData name="sandhya badugu" userId="2061a769e4bdedba" providerId="LiveId" clId="{6E3120CC-4BEB-4BD4-973A-114D4A7D9DD9}" dt="2026-09-12T17:12:46.663" v="249" actId="1076"/>
      <pc:docMkLst>
        <pc:docMk/>
      </pc:docMkLst>
      <pc:sldChg chg="modSp mod modAnim">
        <pc:chgData name="sandhya badugu" userId="2061a769e4bdedba" providerId="LiveId" clId="{6E3120CC-4BEB-4BD4-973A-114D4A7D9DD9}" dt="2026-09-10T17:54:54.684" v="120" actId="207"/>
        <pc:sldMkLst>
          <pc:docMk/>
          <pc:sldMk cId="1341901065" sldId="302"/>
        </pc:sldMkLst>
        <pc:spChg chg="mod">
          <ac:chgData name="sandhya badugu" userId="2061a769e4bdedba" providerId="LiveId" clId="{6E3120CC-4BEB-4BD4-973A-114D4A7D9DD9}" dt="2026-09-10T17:54:54.684" v="120" actId="207"/>
          <ac:spMkLst>
            <pc:docMk/>
            <pc:sldMk cId="1341901065" sldId="302"/>
            <ac:spMk id="7" creationId="{B21C28F5-3CA3-4B78-B5C9-550C00BB3174}"/>
          </ac:spMkLst>
        </pc:spChg>
      </pc:sldChg>
      <pc:sldChg chg="modSp mod">
        <pc:chgData name="sandhya badugu" userId="2061a769e4bdedba" providerId="LiveId" clId="{6E3120CC-4BEB-4BD4-973A-114D4A7D9DD9}" dt="2026-09-12T14:07:09.270" v="226" actId="1076"/>
        <pc:sldMkLst>
          <pc:docMk/>
          <pc:sldMk cId="3401748718" sldId="304"/>
        </pc:sldMkLst>
        <pc:spChg chg="mod">
          <ac:chgData name="sandhya badugu" userId="2061a769e4bdedba" providerId="LiveId" clId="{6E3120CC-4BEB-4BD4-973A-114D4A7D9DD9}" dt="2026-09-12T14:07:09.270" v="226" actId="1076"/>
          <ac:spMkLst>
            <pc:docMk/>
            <pc:sldMk cId="3401748718" sldId="304"/>
            <ac:spMk id="3" creationId="{D88C20CF-C1EE-4092-B52D-FD4AB2AB2508}"/>
          </ac:spMkLst>
        </pc:spChg>
      </pc:sldChg>
      <pc:sldChg chg="modSp mod">
        <pc:chgData name="sandhya badugu" userId="2061a769e4bdedba" providerId="LiveId" clId="{6E3120CC-4BEB-4BD4-973A-114D4A7D9DD9}" dt="2026-09-10T17:52:38.044" v="110" actId="207"/>
        <pc:sldMkLst>
          <pc:docMk/>
          <pc:sldMk cId="3696770303" sldId="315"/>
        </pc:sldMkLst>
        <pc:spChg chg="mod">
          <ac:chgData name="sandhya badugu" userId="2061a769e4bdedba" providerId="LiveId" clId="{6E3120CC-4BEB-4BD4-973A-114D4A7D9DD9}" dt="2026-09-10T17:52:38.044" v="110" actId="207"/>
          <ac:spMkLst>
            <pc:docMk/>
            <pc:sldMk cId="3696770303" sldId="315"/>
            <ac:spMk id="3" creationId="{EBF2FBC7-3552-4F01-BB27-8BEEE74F7277}"/>
          </ac:spMkLst>
        </pc:spChg>
      </pc:sldChg>
      <pc:sldChg chg="modSp mod modAnim">
        <pc:chgData name="sandhya badugu" userId="2061a769e4bdedba" providerId="LiveId" clId="{6E3120CC-4BEB-4BD4-973A-114D4A7D9DD9}" dt="2026-09-12T14:19:31.582" v="240" actId="20577"/>
        <pc:sldMkLst>
          <pc:docMk/>
          <pc:sldMk cId="3098548442" sldId="327"/>
        </pc:sldMkLst>
        <pc:spChg chg="mod">
          <ac:chgData name="sandhya badugu" userId="2061a769e4bdedba" providerId="LiveId" clId="{6E3120CC-4BEB-4BD4-973A-114D4A7D9DD9}" dt="2026-09-12T14:19:31.582" v="240" actId="20577"/>
          <ac:spMkLst>
            <pc:docMk/>
            <pc:sldMk cId="3098548442" sldId="327"/>
            <ac:spMk id="2" creationId="{E46E4DD1-270B-4C80-AFF0-EB26F132AF36}"/>
          </ac:spMkLst>
        </pc:spChg>
      </pc:sldChg>
      <pc:sldChg chg="modSp mod modAnim">
        <pc:chgData name="sandhya badugu" userId="2061a769e4bdedba" providerId="LiveId" clId="{6E3120CC-4BEB-4BD4-973A-114D4A7D9DD9}" dt="2026-09-10T17:54:05.487" v="116" actId="207"/>
        <pc:sldMkLst>
          <pc:docMk/>
          <pc:sldMk cId="48075006" sldId="329"/>
        </pc:sldMkLst>
        <pc:spChg chg="mod">
          <ac:chgData name="sandhya badugu" userId="2061a769e4bdedba" providerId="LiveId" clId="{6E3120CC-4BEB-4BD4-973A-114D4A7D9DD9}" dt="2026-09-10T17:54:05.487" v="116" actId="207"/>
          <ac:spMkLst>
            <pc:docMk/>
            <pc:sldMk cId="48075006" sldId="329"/>
            <ac:spMk id="2" creationId="{664E3B60-2780-459A-8583-F095D5E7463A}"/>
          </ac:spMkLst>
        </pc:spChg>
      </pc:sldChg>
      <pc:sldChg chg="modSp mod modAnim">
        <pc:chgData name="sandhya badugu" userId="2061a769e4bdedba" providerId="LiveId" clId="{6E3120CC-4BEB-4BD4-973A-114D4A7D9DD9}" dt="2026-09-10T17:49:30.448" v="99" actId="14100"/>
        <pc:sldMkLst>
          <pc:docMk/>
          <pc:sldMk cId="1604013440" sldId="338"/>
        </pc:sldMkLst>
        <pc:spChg chg="mod">
          <ac:chgData name="sandhya badugu" userId="2061a769e4bdedba" providerId="LiveId" clId="{6E3120CC-4BEB-4BD4-973A-114D4A7D9DD9}" dt="2026-09-10T17:49:30.448" v="99" actId="14100"/>
          <ac:spMkLst>
            <pc:docMk/>
            <pc:sldMk cId="1604013440" sldId="338"/>
            <ac:spMk id="2" creationId="{7201737A-B873-4D1D-8A41-5ABF5184BC8F}"/>
          </ac:spMkLst>
        </pc:spChg>
        <pc:spChg chg="mod">
          <ac:chgData name="sandhya badugu" userId="2061a769e4bdedba" providerId="LiveId" clId="{6E3120CC-4BEB-4BD4-973A-114D4A7D9DD9}" dt="2026-09-10T17:49:11.924" v="92" actId="14100"/>
          <ac:spMkLst>
            <pc:docMk/>
            <pc:sldMk cId="1604013440" sldId="338"/>
            <ac:spMk id="3" creationId="{17F04107-8754-E47D-3375-529E689711FA}"/>
          </ac:spMkLst>
        </pc:spChg>
        <pc:spChg chg="mod">
          <ac:chgData name="sandhya badugu" userId="2061a769e4bdedba" providerId="LiveId" clId="{6E3120CC-4BEB-4BD4-973A-114D4A7D9DD9}" dt="2026-09-10T17:45:31.040" v="3" actId="14100"/>
          <ac:spMkLst>
            <pc:docMk/>
            <pc:sldMk cId="1604013440" sldId="338"/>
            <ac:spMk id="4" creationId="{92056599-CDAA-4367-BEF8-31D6E32518C8}"/>
          </ac:spMkLst>
        </pc:spChg>
      </pc:sldChg>
      <pc:sldChg chg="addSp modSp mod">
        <pc:chgData name="sandhya badugu" userId="2061a769e4bdedba" providerId="LiveId" clId="{6E3120CC-4BEB-4BD4-973A-114D4A7D9DD9}" dt="2026-09-12T14:08:21.727" v="232" actId="14100"/>
        <pc:sldMkLst>
          <pc:docMk/>
          <pc:sldMk cId="1086225493" sldId="339"/>
        </pc:sldMkLst>
        <pc:picChg chg="add mod">
          <ac:chgData name="sandhya badugu" userId="2061a769e4bdedba" providerId="LiveId" clId="{6E3120CC-4BEB-4BD4-973A-114D4A7D9DD9}" dt="2026-09-12T14:08:21.727" v="232" actId="14100"/>
          <ac:picMkLst>
            <pc:docMk/>
            <pc:sldMk cId="1086225493" sldId="339"/>
            <ac:picMk id="3" creationId="{98DB5855-AFDC-243A-E84D-D456CCABD767}"/>
          </ac:picMkLst>
        </pc:picChg>
        <pc:picChg chg="add mod">
          <ac:chgData name="sandhya badugu" userId="2061a769e4bdedba" providerId="LiveId" clId="{6E3120CC-4BEB-4BD4-973A-114D4A7D9DD9}" dt="2026-09-12T14:08:15.389" v="230" actId="14100"/>
          <ac:picMkLst>
            <pc:docMk/>
            <pc:sldMk cId="1086225493" sldId="339"/>
            <ac:picMk id="9" creationId="{BC33F737-D12B-B353-F9D4-7A1E089C21B3}"/>
          </ac:picMkLst>
        </pc:picChg>
      </pc:sldChg>
      <pc:sldChg chg="addSp modSp mod modAnim">
        <pc:chgData name="sandhya badugu" userId="2061a769e4bdedba" providerId="LiveId" clId="{6E3120CC-4BEB-4BD4-973A-114D4A7D9DD9}" dt="2026-09-12T13:52:48.957" v="162" actId="14100"/>
        <pc:sldMkLst>
          <pc:docMk/>
          <pc:sldMk cId="3849627828" sldId="340"/>
        </pc:sldMkLst>
        <pc:spChg chg="mod">
          <ac:chgData name="sandhya badugu" userId="2061a769e4bdedba" providerId="LiveId" clId="{6E3120CC-4BEB-4BD4-973A-114D4A7D9DD9}" dt="2026-09-12T13:51:10.009" v="155" actId="6549"/>
          <ac:spMkLst>
            <pc:docMk/>
            <pc:sldMk cId="3849627828" sldId="340"/>
            <ac:spMk id="10" creationId="{3A64DB11-806F-1A4C-E0D5-D745D29CED50}"/>
          </ac:spMkLst>
        </pc:spChg>
        <pc:picChg chg="add mod">
          <ac:chgData name="sandhya badugu" userId="2061a769e4bdedba" providerId="LiveId" clId="{6E3120CC-4BEB-4BD4-973A-114D4A7D9DD9}" dt="2026-09-12T13:52:48.957" v="162" actId="14100"/>
          <ac:picMkLst>
            <pc:docMk/>
            <pc:sldMk cId="3849627828" sldId="340"/>
            <ac:picMk id="3" creationId="{31BB2365-A733-5A19-AE79-881BAA9386F0}"/>
          </ac:picMkLst>
        </pc:picChg>
        <pc:picChg chg="add mod">
          <ac:chgData name="sandhya badugu" userId="2061a769e4bdedba" providerId="LiveId" clId="{6E3120CC-4BEB-4BD4-973A-114D4A7D9DD9}" dt="2026-09-12T13:52:42.326" v="161" actId="14100"/>
          <ac:picMkLst>
            <pc:docMk/>
            <pc:sldMk cId="3849627828" sldId="340"/>
            <ac:picMk id="9" creationId="{B8A63332-B48E-93BF-92CF-8ED3BC20FE3D}"/>
          </ac:picMkLst>
        </pc:picChg>
      </pc:sldChg>
      <pc:sldChg chg="addSp modSp mod">
        <pc:chgData name="sandhya badugu" userId="2061a769e4bdedba" providerId="LiveId" clId="{6E3120CC-4BEB-4BD4-973A-114D4A7D9DD9}" dt="2026-09-10T18:30:36.939" v="138" actId="207"/>
        <pc:sldMkLst>
          <pc:docMk/>
          <pc:sldMk cId="776828144" sldId="341"/>
        </pc:sldMkLst>
        <pc:spChg chg="add mod">
          <ac:chgData name="sandhya badugu" userId="2061a769e4bdedba" providerId="LiveId" clId="{6E3120CC-4BEB-4BD4-973A-114D4A7D9DD9}" dt="2026-09-10T18:30:36.939" v="138" actId="207"/>
          <ac:spMkLst>
            <pc:docMk/>
            <pc:sldMk cId="776828144" sldId="341"/>
            <ac:spMk id="2" creationId="{5D25C0E0-6BCE-F2DA-71DD-13EA41B9ED94}"/>
          </ac:spMkLst>
        </pc:spChg>
        <pc:spChg chg="mod">
          <ac:chgData name="sandhya badugu" userId="2061a769e4bdedba" providerId="LiveId" clId="{6E3120CC-4BEB-4BD4-973A-114D4A7D9DD9}" dt="2026-09-10T18:29:41.082" v="132" actId="14100"/>
          <ac:spMkLst>
            <pc:docMk/>
            <pc:sldMk cId="776828144" sldId="341"/>
            <ac:spMk id="7" creationId="{B7444DDE-63A3-9721-77CC-C93FED110DAF}"/>
          </ac:spMkLst>
        </pc:spChg>
      </pc:sldChg>
      <pc:sldChg chg="addSp delSp modSp mod modAnim">
        <pc:chgData name="sandhya badugu" userId="2061a769e4bdedba" providerId="LiveId" clId="{6E3120CC-4BEB-4BD4-973A-114D4A7D9DD9}" dt="2026-09-12T17:12:46.663" v="249" actId="1076"/>
        <pc:sldMkLst>
          <pc:docMk/>
          <pc:sldMk cId="3863610428" sldId="342"/>
        </pc:sldMkLst>
        <pc:spChg chg="add mod">
          <ac:chgData name="sandhya badugu" userId="2061a769e4bdedba" providerId="LiveId" clId="{6E3120CC-4BEB-4BD4-973A-114D4A7D9DD9}" dt="2026-09-12T17:12:46.663" v="249" actId="1076"/>
          <ac:spMkLst>
            <pc:docMk/>
            <pc:sldMk cId="3863610428" sldId="342"/>
            <ac:spMk id="2" creationId="{3CCF07FB-D7BD-48A0-DD8F-18E4EC944FDA}"/>
          </ac:spMkLst>
        </pc:spChg>
        <pc:spChg chg="add del mod">
          <ac:chgData name="sandhya badugu" userId="2061a769e4bdedba" providerId="LiveId" clId="{6E3120CC-4BEB-4BD4-973A-114D4A7D9DD9}" dt="2026-09-12T13:43:29.299" v="141"/>
          <ac:spMkLst>
            <pc:docMk/>
            <pc:sldMk cId="3863610428" sldId="342"/>
            <ac:spMk id="2" creationId="{A85812E6-1E3D-75D6-AE4B-DFA367ED468E}"/>
          </ac:spMkLst>
        </pc:spChg>
        <pc:spChg chg="mod">
          <ac:chgData name="sandhya badugu" userId="2061a769e4bdedba" providerId="LiveId" clId="{6E3120CC-4BEB-4BD4-973A-114D4A7D9DD9}" dt="2026-09-12T14:44:56.149" v="241" actId="6549"/>
          <ac:spMkLst>
            <pc:docMk/>
            <pc:sldMk cId="3863610428" sldId="342"/>
            <ac:spMk id="7" creationId="{AF1C8809-654A-4DD1-BB18-87B8B6C020B9}"/>
          </ac:spMkLst>
        </pc:spChg>
      </pc:sldChg>
      <pc:sldChg chg="addSp modSp mod">
        <pc:chgData name="sandhya badugu" userId="2061a769e4bdedba" providerId="LiveId" clId="{6E3120CC-4BEB-4BD4-973A-114D4A7D9DD9}" dt="2026-09-10T18:27:59.907" v="130" actId="14100"/>
        <pc:sldMkLst>
          <pc:docMk/>
          <pc:sldMk cId="3962802212" sldId="343"/>
        </pc:sldMkLst>
        <pc:picChg chg="add mod">
          <ac:chgData name="sandhya badugu" userId="2061a769e4bdedba" providerId="LiveId" clId="{6E3120CC-4BEB-4BD4-973A-114D4A7D9DD9}" dt="2026-09-10T18:27:59.907" v="130" actId="14100"/>
          <ac:picMkLst>
            <pc:docMk/>
            <pc:sldMk cId="3962802212" sldId="343"/>
            <ac:picMk id="3" creationId="{91A32EE4-3169-C701-240D-80F7EFC89374}"/>
          </ac:picMkLst>
        </pc:picChg>
      </pc:sldChg>
      <pc:sldChg chg="addSp delSp modSp mod modAnim">
        <pc:chgData name="sandhya badugu" userId="2061a769e4bdedba" providerId="LiveId" clId="{6E3120CC-4BEB-4BD4-973A-114D4A7D9DD9}" dt="2026-09-12T13:55:29.639" v="176"/>
        <pc:sldMkLst>
          <pc:docMk/>
          <pc:sldMk cId="1698901770" sldId="344"/>
        </pc:sldMkLst>
        <pc:spChg chg="add del mod">
          <ac:chgData name="sandhya badugu" userId="2061a769e4bdedba" providerId="LiveId" clId="{6E3120CC-4BEB-4BD4-973A-114D4A7D9DD9}" dt="2026-09-12T13:53:05.284" v="166"/>
          <ac:spMkLst>
            <pc:docMk/>
            <pc:sldMk cId="1698901770" sldId="344"/>
            <ac:spMk id="2" creationId="{A49598F9-6D28-6E29-A478-89F2BFE563AF}"/>
          </ac:spMkLst>
        </pc:spChg>
        <pc:spChg chg="mod">
          <ac:chgData name="sandhya badugu" userId="2061a769e4bdedba" providerId="LiveId" clId="{6E3120CC-4BEB-4BD4-973A-114D4A7D9DD9}" dt="2026-09-12T13:53:04.324" v="164" actId="6549"/>
          <ac:spMkLst>
            <pc:docMk/>
            <pc:sldMk cId="1698901770" sldId="344"/>
            <ac:spMk id="10" creationId="{B6E3B1C7-6A8B-23EE-6251-DC1067C6ADE9}"/>
          </ac:spMkLst>
        </pc:spChg>
        <pc:spChg chg="add del mod">
          <ac:chgData name="sandhya badugu" userId="2061a769e4bdedba" providerId="LiveId" clId="{6E3120CC-4BEB-4BD4-973A-114D4A7D9DD9}" dt="2026-09-12T13:55:29.639" v="176"/>
          <ac:spMkLst>
            <pc:docMk/>
            <pc:sldMk cId="1698901770" sldId="344"/>
            <ac:spMk id="12" creationId="{F38C5491-BEE0-FD73-7180-3F785D5D9143}"/>
          </ac:spMkLst>
        </pc:spChg>
        <pc:picChg chg="add mod">
          <ac:chgData name="sandhya badugu" userId="2061a769e4bdedba" providerId="LiveId" clId="{6E3120CC-4BEB-4BD4-973A-114D4A7D9DD9}" dt="2026-09-12T13:54:26.214" v="169" actId="14100"/>
          <ac:picMkLst>
            <pc:docMk/>
            <pc:sldMk cId="1698901770" sldId="344"/>
            <ac:picMk id="6" creationId="{F9505377-E1EC-D67F-C073-05EC8BFCCFB9}"/>
          </ac:picMkLst>
        </pc:picChg>
        <pc:picChg chg="add mod">
          <ac:chgData name="sandhya badugu" userId="2061a769e4bdedba" providerId="LiveId" clId="{6E3120CC-4BEB-4BD4-973A-114D4A7D9DD9}" dt="2026-09-12T13:55:23.789" v="173" actId="14100"/>
          <ac:picMkLst>
            <pc:docMk/>
            <pc:sldMk cId="1698901770" sldId="344"/>
            <ac:picMk id="11" creationId="{3A721052-2127-1DA7-1B70-CDAA511CD0C1}"/>
          </ac:picMkLst>
        </pc:picChg>
      </pc:sldChg>
      <pc:sldChg chg="addSp delSp modSp mod modAnim">
        <pc:chgData name="sandhya badugu" userId="2061a769e4bdedba" providerId="LiveId" clId="{6E3120CC-4BEB-4BD4-973A-114D4A7D9DD9}" dt="2026-09-12T13:57:58.929" v="188" actId="14100"/>
        <pc:sldMkLst>
          <pc:docMk/>
          <pc:sldMk cId="1903979828" sldId="345"/>
        </pc:sldMkLst>
        <pc:spChg chg="add del mod">
          <ac:chgData name="sandhya badugu" userId="2061a769e4bdedba" providerId="LiveId" clId="{6E3120CC-4BEB-4BD4-973A-114D4A7D9DD9}" dt="2026-09-12T13:55:41.147" v="179"/>
          <ac:spMkLst>
            <pc:docMk/>
            <pc:sldMk cId="1903979828" sldId="345"/>
            <ac:spMk id="2" creationId="{F9E47AA5-96ED-E258-89E7-1A269DF371D9}"/>
          </ac:spMkLst>
        </pc:spChg>
        <pc:spChg chg="mod">
          <ac:chgData name="sandhya badugu" userId="2061a769e4bdedba" providerId="LiveId" clId="{6E3120CC-4BEB-4BD4-973A-114D4A7D9DD9}" dt="2026-09-12T13:56:55.420" v="180" actId="6549"/>
          <ac:spMkLst>
            <pc:docMk/>
            <pc:sldMk cId="1903979828" sldId="345"/>
            <ac:spMk id="10" creationId="{2B7B89A1-9444-8322-CADC-42D31D698FA8}"/>
          </ac:spMkLst>
        </pc:spChg>
        <pc:picChg chg="add mod">
          <ac:chgData name="sandhya badugu" userId="2061a769e4bdedba" providerId="LiveId" clId="{6E3120CC-4BEB-4BD4-973A-114D4A7D9DD9}" dt="2026-09-12T13:57:12.039" v="184" actId="14100"/>
          <ac:picMkLst>
            <pc:docMk/>
            <pc:sldMk cId="1903979828" sldId="345"/>
            <ac:picMk id="6" creationId="{17C4255B-2F2A-C08A-8EDA-4B839749A8C4}"/>
          </ac:picMkLst>
        </pc:picChg>
        <pc:picChg chg="add mod">
          <ac:chgData name="sandhya badugu" userId="2061a769e4bdedba" providerId="LiveId" clId="{6E3120CC-4BEB-4BD4-973A-114D4A7D9DD9}" dt="2026-09-12T13:57:58.929" v="188" actId="14100"/>
          <ac:picMkLst>
            <pc:docMk/>
            <pc:sldMk cId="1903979828" sldId="345"/>
            <ac:picMk id="11" creationId="{A7F1B836-A9C6-C0FA-7543-60294201E4AF}"/>
          </ac:picMkLst>
        </pc:picChg>
      </pc:sldChg>
      <pc:sldChg chg="addSp modSp mod modAnim">
        <pc:chgData name="sandhya badugu" userId="2061a769e4bdedba" providerId="LiveId" clId="{6E3120CC-4BEB-4BD4-973A-114D4A7D9DD9}" dt="2026-09-12T14:06:19.982" v="225" actId="14100"/>
        <pc:sldMkLst>
          <pc:docMk/>
          <pc:sldMk cId="1421522261" sldId="346"/>
        </pc:sldMkLst>
        <pc:spChg chg="mod">
          <ac:chgData name="sandhya badugu" userId="2061a769e4bdedba" providerId="LiveId" clId="{6E3120CC-4BEB-4BD4-973A-114D4A7D9DD9}" dt="2026-09-12T13:58:10.744" v="190" actId="20577"/>
          <ac:spMkLst>
            <pc:docMk/>
            <pc:sldMk cId="1421522261" sldId="346"/>
            <ac:spMk id="10" creationId="{F85C769B-425A-FE3B-E47A-3B747985DC52}"/>
          </ac:spMkLst>
        </pc:spChg>
        <pc:picChg chg="add mod">
          <ac:chgData name="sandhya badugu" userId="2061a769e4bdedba" providerId="LiveId" clId="{6E3120CC-4BEB-4BD4-973A-114D4A7D9DD9}" dt="2026-09-12T14:06:12.240" v="223" actId="14100"/>
          <ac:picMkLst>
            <pc:docMk/>
            <pc:sldMk cId="1421522261" sldId="346"/>
            <ac:picMk id="3" creationId="{DA8A7096-07DC-6216-7653-7184EA31F168}"/>
          </ac:picMkLst>
        </pc:picChg>
        <pc:picChg chg="add mod">
          <ac:chgData name="sandhya badugu" userId="2061a769e4bdedba" providerId="LiveId" clId="{6E3120CC-4BEB-4BD4-973A-114D4A7D9DD9}" dt="2026-09-12T14:06:05.771" v="221" actId="14100"/>
          <ac:picMkLst>
            <pc:docMk/>
            <pc:sldMk cId="1421522261" sldId="346"/>
            <ac:picMk id="9" creationId="{FC2C12FD-2DDA-398C-B699-92ADA01876D7}"/>
          </ac:picMkLst>
        </pc:picChg>
        <pc:picChg chg="add mod">
          <ac:chgData name="sandhya badugu" userId="2061a769e4bdedba" providerId="LiveId" clId="{6E3120CC-4BEB-4BD4-973A-114D4A7D9DD9}" dt="2026-09-12T14:06:16.499" v="224" actId="14100"/>
          <ac:picMkLst>
            <pc:docMk/>
            <pc:sldMk cId="1421522261" sldId="346"/>
            <ac:picMk id="12" creationId="{49A6946F-6A54-3270-B9AC-983CE3BF8DB0}"/>
          </ac:picMkLst>
        </pc:picChg>
        <pc:picChg chg="add mod">
          <ac:chgData name="sandhya badugu" userId="2061a769e4bdedba" providerId="LiveId" clId="{6E3120CC-4BEB-4BD4-973A-114D4A7D9DD9}" dt="2026-09-12T14:06:19.982" v="225" actId="14100"/>
          <ac:picMkLst>
            <pc:docMk/>
            <pc:sldMk cId="1421522261" sldId="346"/>
            <ac:picMk id="14" creationId="{3F1134AF-BFCB-7477-F29B-A0552AEFA1FB}"/>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9/12/2026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9</a:t>
            </a:fld>
            <a:endParaRPr lang="en-US" noProof="0" dirty="0"/>
          </a:p>
        </p:txBody>
      </p:sp>
    </p:spTree>
    <p:extLst>
      <p:ext uri="{BB962C8B-B14F-4D97-AF65-F5344CB8AC3E}">
        <p14:creationId xmlns:p14="http://schemas.microsoft.com/office/powerpoint/2010/main" val="3272789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9/12/2026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9/12/2026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notesSlide" Target="../notesSlides/notesSlide2.xml"/><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57199" y="3583914"/>
            <a:ext cx="5638801" cy="861497"/>
          </a:xfrm>
        </p:spPr>
        <p:txBody>
          <a:bodyPr vert="horz" lIns="91440" tIns="45720" rIns="91440" bIns="45720" rtlCol="0" anchor="t">
            <a:normAutofit/>
          </a:bodyPr>
          <a:lstStyle/>
          <a:p>
            <a:pPr algn="r"/>
            <a:r>
              <a:rPr lang="en-US" b="0" dirty="0">
                <a:solidFill>
                  <a:schemeClr val="tx1"/>
                </a:solidFill>
              </a:rPr>
              <a:t>BADUGU SANDHYA </a:t>
            </a:r>
            <a:endParaRPr lang="en-IN" b="0" dirty="0">
              <a:solidFill>
                <a:schemeClr val="tx1"/>
              </a:solidFill>
            </a:endParaRPr>
          </a:p>
          <a:p>
            <a:pPr algn="r"/>
            <a:r>
              <a:rPr lang="en-US" b="0" dirty="0">
                <a:solidFill>
                  <a:schemeClr val="tx1"/>
                </a:solidFill>
              </a:rPr>
              <a:t>Seshadri </a:t>
            </a:r>
            <a:r>
              <a:rPr lang="en-US" b="0" dirty="0" err="1">
                <a:solidFill>
                  <a:schemeClr val="tx1"/>
                </a:solidFill>
              </a:rPr>
              <a:t>rao</a:t>
            </a:r>
            <a:r>
              <a:rPr lang="en-US" b="0" dirty="0">
                <a:solidFill>
                  <a:schemeClr val="tx1"/>
                </a:solidFill>
              </a:rPr>
              <a:t> </a:t>
            </a:r>
            <a:r>
              <a:rPr lang="en-US" b="0" dirty="0" err="1">
                <a:solidFill>
                  <a:schemeClr val="tx1"/>
                </a:solidFill>
              </a:rPr>
              <a:t>gudlavalleru</a:t>
            </a:r>
            <a:r>
              <a:rPr lang="en-US" b="0" dirty="0">
                <a:solidFill>
                  <a:schemeClr val="tx1"/>
                </a:solidFill>
              </a:rPr>
              <a:t> engineering college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7567565" cy="743448"/>
          </a:xfrm>
        </p:spPr>
        <p:txBody>
          <a:bodyPr>
            <a:normAutofit fontScale="90000"/>
          </a:bodyPr>
          <a:lstStyle/>
          <a:p>
            <a:r>
              <a:rPr lang="en-IN" sz="3200" dirty="0"/>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5574023" cy="369332"/>
          </a:xfrm>
          <a:prstGeom prst="rect">
            <a:avLst/>
          </a:prstGeom>
          <a:noFill/>
        </p:spPr>
        <p:txBody>
          <a:bodyPr wrap="square" rtlCol="0">
            <a:spAutoFit/>
          </a:bodyPr>
          <a:lstStyle/>
          <a:p>
            <a:r>
              <a:rPr lang="en-US" b="1" dirty="0"/>
              <a:t>AICTE STU ID :</a:t>
            </a:r>
            <a:r>
              <a:rPr lang="en-IN" dirty="0"/>
              <a:t>STU6a6cba89dc4861785510537</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Autofit/>
          </a:bodyPr>
          <a:lstStyle/>
          <a:p>
            <a:pPr>
              <a:lnSpc>
                <a:spcPct val="100000"/>
              </a:lnSpc>
            </a:pPr>
            <a:r>
              <a:rPr lang="en-US" dirty="0">
                <a:solidFill>
                  <a:schemeClr val="tx2">
                    <a:lumMod val="60000"/>
                    <a:lumOff val="40000"/>
                  </a:schemeClr>
                </a:solidFill>
              </a:rPr>
              <a:t>Agricultural performance varies across seasons due to changes in environmental conditions, farming practices, resource availability, and market conditions. However, raw agricultural data does not clearly reveal these seasonal differences and patterns.</a:t>
            </a:r>
          </a:p>
          <a:p>
            <a:pPr>
              <a:lnSpc>
                <a:spcPct val="100000"/>
              </a:lnSpc>
            </a:pPr>
            <a:r>
              <a:rPr lang="en-US" dirty="0">
                <a:solidFill>
                  <a:schemeClr val="tx2">
                    <a:lumMod val="60000"/>
                    <a:lumOff val="40000"/>
                  </a:schemeClr>
                </a:solidFill>
              </a:rPr>
              <a:t>This project analyzes agricultural data to identify seasonal trends, performance variations, and key relationships in order to generate meaningful insights for better agricultural planning and decision-making.</a:t>
            </a:r>
            <a:endParaRPr lang="en-IN" dirty="0">
              <a:solidFill>
                <a:schemeClr val="tx2">
                  <a:lumMod val="60000"/>
                  <a:lumOff val="40000"/>
                </a:schemeClr>
              </a:solidFill>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193040"/>
            <a:ext cx="6276109" cy="941493"/>
          </a:xfrm>
        </p:spPr>
        <p:txBody>
          <a:bodyPr>
            <a:normAutofit fontScale="90000"/>
          </a:bodyPr>
          <a:lstStyle/>
          <a:p>
            <a:r>
              <a:rPr lang="en-GB" dirty="0"/>
              <a:t>Project Description</a:t>
            </a:r>
            <a:br>
              <a:rPr lang="en-GB" dirty="0"/>
            </a:br>
            <a:br>
              <a:rPr lang="en-GB" dirty="0"/>
            </a:br>
            <a:r>
              <a:rPr lang="en-IN" sz="2200" b="0" dirty="0">
                <a:solidFill>
                  <a:schemeClr val="tx2">
                    <a:lumMod val="60000"/>
                    <a:lumOff val="40000"/>
                  </a:schemeClr>
                </a:solidFill>
              </a:rPr>
              <a:t>Seasonal Agriculture Performance Analysis is a data analytics project focused on understanding how agricultural performance varies across different seasons, regions, crops, farming practices, environmental conditions, resource usage, and economic factors. The project involves data cleaning, exploratory data analysis, statistical analysis, KPI evaluation, and interactive Power BI visualization to identify seasonal patterns, compare agricultural outcomes, and discover relationships between farming conditions and performance. The analysis aims to generate evidence-based insights and data-driven recommendations that can support better seasonal agricultural planning and resource management.</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679258"/>
            <a:ext cx="7904481" cy="4302125"/>
          </a:xfrm>
        </p:spPr>
        <p:txBody>
          <a:bodyPr>
            <a:normAutofit fontScale="55000" lnSpcReduction="20000"/>
          </a:bodyPr>
          <a:lstStyle/>
          <a:p>
            <a:pPr lvl="0"/>
            <a:r>
              <a:rPr lang="en-IN" sz="3600" b="1" dirty="0">
                <a:solidFill>
                  <a:schemeClr val="tx2">
                    <a:lumMod val="60000"/>
                    <a:lumOff val="40000"/>
                  </a:schemeClr>
                </a:solidFill>
              </a:rPr>
              <a:t>Farmers</a:t>
            </a:r>
            <a:r>
              <a:rPr lang="en-IN" sz="3600" dirty="0">
                <a:solidFill>
                  <a:schemeClr val="tx2">
                    <a:lumMod val="60000"/>
                    <a:lumOff val="40000"/>
                  </a:schemeClr>
                </a:solidFill>
              </a:rPr>
              <a:t> – to understand which seasons, crops, and farming conditions give better performance.</a:t>
            </a:r>
          </a:p>
          <a:p>
            <a:pPr lvl="0"/>
            <a:r>
              <a:rPr lang="en-IN" sz="3600" b="1" dirty="0">
                <a:solidFill>
                  <a:schemeClr val="tx2">
                    <a:lumMod val="60000"/>
                    <a:lumOff val="40000"/>
                  </a:schemeClr>
                </a:solidFill>
              </a:rPr>
              <a:t>Agricultural Planners &amp; Departments</a:t>
            </a:r>
            <a:r>
              <a:rPr lang="en-IN" sz="3600" dirty="0">
                <a:solidFill>
                  <a:schemeClr val="tx2">
                    <a:lumMod val="60000"/>
                    <a:lumOff val="40000"/>
                  </a:schemeClr>
                </a:solidFill>
              </a:rPr>
              <a:t> – to support seasonal agricultural planning and resource allocation.</a:t>
            </a:r>
          </a:p>
          <a:p>
            <a:pPr lvl="0"/>
            <a:r>
              <a:rPr lang="en-IN" sz="3600" b="1" dirty="0">
                <a:solidFill>
                  <a:schemeClr val="tx2">
                    <a:lumMod val="60000"/>
                    <a:lumOff val="40000"/>
                  </a:schemeClr>
                </a:solidFill>
              </a:rPr>
              <a:t>Agricultural Researchers</a:t>
            </a:r>
            <a:r>
              <a:rPr lang="en-IN" sz="3600" dirty="0">
                <a:solidFill>
                  <a:schemeClr val="tx2">
                    <a:lumMod val="60000"/>
                    <a:lumOff val="40000"/>
                  </a:schemeClr>
                </a:solidFill>
              </a:rPr>
              <a:t> – to study seasonal patterns, crop performance, and environmental relationships.</a:t>
            </a:r>
          </a:p>
          <a:p>
            <a:pPr lvl="0"/>
            <a:r>
              <a:rPr lang="en-IN" sz="3600" b="1" dirty="0">
                <a:solidFill>
                  <a:schemeClr val="tx2">
                    <a:lumMod val="60000"/>
                    <a:lumOff val="40000"/>
                  </a:schemeClr>
                </a:solidFill>
              </a:rPr>
              <a:t>Agribusinesses &amp; </a:t>
            </a:r>
            <a:r>
              <a:rPr lang="en-IN" sz="3600" b="1" dirty="0" err="1">
                <a:solidFill>
                  <a:schemeClr val="tx2">
                    <a:lumMod val="60000"/>
                    <a:lumOff val="40000"/>
                  </a:schemeClr>
                </a:solidFill>
              </a:rPr>
              <a:t>Agritech</a:t>
            </a:r>
            <a:r>
              <a:rPr lang="en-IN" sz="3600" b="1" dirty="0">
                <a:solidFill>
                  <a:schemeClr val="tx2">
                    <a:lumMod val="60000"/>
                    <a:lumOff val="40000"/>
                  </a:schemeClr>
                </a:solidFill>
              </a:rPr>
              <a:t> Companies</a:t>
            </a:r>
            <a:r>
              <a:rPr lang="en-IN" sz="3600" dirty="0">
                <a:solidFill>
                  <a:schemeClr val="tx2">
                    <a:lumMod val="60000"/>
                    <a:lumOff val="40000"/>
                  </a:schemeClr>
                </a:solidFill>
              </a:rPr>
              <a:t> – to understand crop production, resource usage, and profitability patterns.</a:t>
            </a:r>
          </a:p>
          <a:p>
            <a:pPr lvl="0"/>
            <a:r>
              <a:rPr lang="en-IN" sz="3600" b="1" dirty="0">
                <a:solidFill>
                  <a:schemeClr val="tx2">
                    <a:lumMod val="60000"/>
                    <a:lumOff val="40000"/>
                  </a:schemeClr>
                </a:solidFill>
              </a:rPr>
              <a:t>Government &amp; Policy Makers</a:t>
            </a:r>
            <a:r>
              <a:rPr lang="en-IN" sz="3600" dirty="0">
                <a:solidFill>
                  <a:schemeClr val="tx2">
                    <a:lumMod val="60000"/>
                    <a:lumOff val="40000"/>
                  </a:schemeClr>
                </a:solidFill>
              </a:rPr>
              <a:t> – to support evidence-based agricultural policies and programs.</a:t>
            </a:r>
          </a:p>
          <a:p>
            <a:pPr lvl="0"/>
            <a:r>
              <a:rPr lang="en-IN" sz="3600" b="1" dirty="0">
                <a:solidFill>
                  <a:schemeClr val="tx2">
                    <a:lumMod val="60000"/>
                    <a:lumOff val="40000"/>
                  </a:schemeClr>
                </a:solidFill>
              </a:rPr>
              <a:t>Agricultural Consultants</a:t>
            </a:r>
            <a:r>
              <a:rPr lang="en-IN" sz="3600" dirty="0">
                <a:solidFill>
                  <a:schemeClr val="tx2">
                    <a:lumMod val="60000"/>
                    <a:lumOff val="40000"/>
                  </a:schemeClr>
                </a:solidFill>
              </a:rPr>
              <a:t> – to provide data-driven recommendations to farmers and agricultural organizations.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778000" y="1432560"/>
            <a:ext cx="8534400" cy="5243448"/>
          </a:xfrm>
        </p:spPr>
        <p:txBody>
          <a:bodyPr/>
          <a:lstStyle/>
          <a:p>
            <a:pPr lvl="0"/>
            <a:r>
              <a:rPr lang="en-IN" b="1" dirty="0">
                <a:solidFill>
                  <a:schemeClr val="tx2">
                    <a:lumMod val="60000"/>
                    <a:lumOff val="40000"/>
                  </a:schemeClr>
                </a:solidFill>
              </a:rPr>
              <a:t>Python</a:t>
            </a:r>
            <a:r>
              <a:rPr lang="en-IN" dirty="0">
                <a:solidFill>
                  <a:schemeClr val="tx2">
                    <a:lumMod val="60000"/>
                    <a:lumOff val="40000"/>
                  </a:schemeClr>
                </a:solidFill>
              </a:rPr>
              <a:t> – Data cleaning, preprocessing, and analysis</a:t>
            </a:r>
          </a:p>
          <a:p>
            <a:pPr lvl="0"/>
            <a:r>
              <a:rPr lang="en-IN" b="1" dirty="0">
                <a:solidFill>
                  <a:schemeClr val="tx2">
                    <a:lumMod val="60000"/>
                    <a:lumOff val="40000"/>
                  </a:schemeClr>
                </a:solidFill>
              </a:rPr>
              <a:t>Pandas &amp; NumPy</a:t>
            </a:r>
            <a:r>
              <a:rPr lang="en-IN" dirty="0">
                <a:solidFill>
                  <a:schemeClr val="tx2">
                    <a:lumMod val="60000"/>
                    <a:lumOff val="40000"/>
                  </a:schemeClr>
                </a:solidFill>
              </a:rPr>
              <a:t> – Data manipulation and numerical analysis</a:t>
            </a:r>
          </a:p>
          <a:p>
            <a:pPr lvl="0"/>
            <a:r>
              <a:rPr lang="en-IN" b="1" dirty="0">
                <a:solidFill>
                  <a:schemeClr val="tx2">
                    <a:lumMod val="60000"/>
                    <a:lumOff val="40000"/>
                  </a:schemeClr>
                </a:solidFill>
              </a:rPr>
              <a:t>Matplotlib &amp; Seaborn</a:t>
            </a:r>
            <a:r>
              <a:rPr lang="en-IN" dirty="0">
                <a:solidFill>
                  <a:schemeClr val="tx2">
                    <a:lumMod val="60000"/>
                    <a:lumOff val="40000"/>
                  </a:schemeClr>
                </a:solidFill>
              </a:rPr>
              <a:t> – Data visualization and EDA</a:t>
            </a:r>
          </a:p>
          <a:p>
            <a:pPr lvl="0"/>
            <a:r>
              <a:rPr lang="en-IN" b="1" dirty="0">
                <a:solidFill>
                  <a:schemeClr val="tx2">
                    <a:lumMod val="60000"/>
                    <a:lumOff val="40000"/>
                  </a:schemeClr>
                </a:solidFill>
              </a:rPr>
              <a:t>Jupyter Notebook</a:t>
            </a:r>
            <a:r>
              <a:rPr lang="en-IN" dirty="0">
                <a:solidFill>
                  <a:schemeClr val="tx2">
                    <a:lumMod val="60000"/>
                    <a:lumOff val="40000"/>
                  </a:schemeClr>
                </a:solidFill>
              </a:rPr>
              <a:t> – Analysis documentation</a:t>
            </a:r>
          </a:p>
          <a:p>
            <a:pPr lvl="0"/>
            <a:r>
              <a:rPr lang="en-IN" b="1" dirty="0">
                <a:solidFill>
                  <a:schemeClr val="tx2">
                    <a:lumMod val="60000"/>
                    <a:lumOff val="40000"/>
                  </a:schemeClr>
                </a:solidFill>
              </a:rPr>
              <a:t>Power BI</a:t>
            </a:r>
            <a:r>
              <a:rPr lang="en-IN" dirty="0">
                <a:solidFill>
                  <a:schemeClr val="tx2">
                    <a:lumMod val="60000"/>
                    <a:lumOff val="40000"/>
                  </a:schemeClr>
                </a:solidFill>
              </a:rPr>
              <a:t> – Interactive dashboard development and data visualization</a:t>
            </a:r>
          </a:p>
          <a:p>
            <a:pPr lvl="0"/>
            <a:r>
              <a:rPr lang="en-IN" b="1" dirty="0">
                <a:solidFill>
                  <a:schemeClr val="tx2">
                    <a:lumMod val="60000"/>
                    <a:lumOff val="40000"/>
                  </a:schemeClr>
                </a:solidFill>
              </a:rPr>
              <a:t>DAX</a:t>
            </a:r>
            <a:r>
              <a:rPr lang="en-IN" dirty="0">
                <a:solidFill>
                  <a:schemeClr val="tx2">
                    <a:lumMod val="60000"/>
                    <a:lumOff val="40000"/>
                  </a:schemeClr>
                </a:solidFill>
              </a:rPr>
              <a:t> – KPI calculations and measures in Power BI</a:t>
            </a:r>
          </a:p>
          <a:p>
            <a:pPr lvl="0"/>
            <a:r>
              <a:rPr lang="en-IN" b="1" dirty="0">
                <a:solidFill>
                  <a:schemeClr val="tx2">
                    <a:lumMod val="60000"/>
                    <a:lumOff val="40000"/>
                  </a:schemeClr>
                </a:solidFill>
              </a:rPr>
              <a:t>CSV</a:t>
            </a:r>
            <a:r>
              <a:rPr lang="en-IN" dirty="0">
                <a:solidFill>
                  <a:schemeClr val="tx2">
                    <a:lumMod val="60000"/>
                    <a:lumOff val="40000"/>
                  </a:schemeClr>
                </a:solidFill>
              </a:rPr>
              <a:t> – Dataset/file format</a:t>
            </a:r>
          </a:p>
          <a:p>
            <a:pPr lvl="0"/>
            <a:r>
              <a:rPr lang="en-IN" b="1" dirty="0">
                <a:solidFill>
                  <a:schemeClr val="tx2">
                    <a:lumMod val="60000"/>
                    <a:lumOff val="40000"/>
                  </a:schemeClr>
                </a:solidFill>
              </a:rPr>
              <a:t>GitHub</a:t>
            </a:r>
            <a:r>
              <a:rPr lang="en-IN" dirty="0">
                <a:solidFill>
                  <a:schemeClr val="tx2">
                    <a:lumMod val="60000"/>
                    <a:lumOff val="40000"/>
                  </a:schemeClr>
                </a:solidFill>
              </a:rPr>
              <a:t> – Project documentation and version control</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8DB5855-AFDC-243A-E84D-D456CCABD767}"/>
              </a:ext>
            </a:extLst>
          </p:cNvPr>
          <p:cNvPicPr>
            <a:picLocks noChangeAspect="1"/>
          </p:cNvPicPr>
          <p:nvPr/>
        </p:nvPicPr>
        <p:blipFill>
          <a:blip r:embed="rId3"/>
          <a:stretch>
            <a:fillRect/>
          </a:stretch>
        </p:blipFill>
        <p:spPr>
          <a:xfrm>
            <a:off x="5512707" y="1201586"/>
            <a:ext cx="4545693" cy="5561211"/>
          </a:xfrm>
          <a:prstGeom prst="rect">
            <a:avLst/>
          </a:prstGeom>
        </p:spPr>
      </p:pic>
      <p:pic>
        <p:nvPicPr>
          <p:cNvPr id="9" name="Picture 8">
            <a:extLst>
              <a:ext uri="{FF2B5EF4-FFF2-40B4-BE49-F238E27FC236}">
                <a16:creationId xmlns:a16="http://schemas.microsoft.com/office/drawing/2014/main" id="{BC33F737-D12B-B353-F9D4-7A1E089C21B3}"/>
              </a:ext>
            </a:extLst>
          </p:cNvPr>
          <p:cNvPicPr>
            <a:picLocks noChangeAspect="1"/>
          </p:cNvPicPr>
          <p:nvPr/>
        </p:nvPicPr>
        <p:blipFill>
          <a:blip r:embed="rId4"/>
          <a:stretch>
            <a:fillRect/>
          </a:stretch>
        </p:blipFill>
        <p:spPr>
          <a:xfrm>
            <a:off x="401216" y="1201586"/>
            <a:ext cx="4823927" cy="555512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31BB2365-A733-5A19-AE79-881BAA9386F0}"/>
              </a:ext>
            </a:extLst>
          </p:cNvPr>
          <p:cNvPicPr>
            <a:picLocks noChangeAspect="1"/>
          </p:cNvPicPr>
          <p:nvPr/>
        </p:nvPicPr>
        <p:blipFill>
          <a:blip r:embed="rId3"/>
          <a:stretch>
            <a:fillRect/>
          </a:stretch>
        </p:blipFill>
        <p:spPr>
          <a:xfrm>
            <a:off x="418253" y="1201586"/>
            <a:ext cx="4763347" cy="5544447"/>
          </a:xfrm>
          <a:prstGeom prst="rect">
            <a:avLst/>
          </a:prstGeom>
        </p:spPr>
      </p:pic>
      <p:pic>
        <p:nvPicPr>
          <p:cNvPr id="9" name="Picture 8">
            <a:extLst>
              <a:ext uri="{FF2B5EF4-FFF2-40B4-BE49-F238E27FC236}">
                <a16:creationId xmlns:a16="http://schemas.microsoft.com/office/drawing/2014/main" id="{B8A63332-B48E-93BF-92CF-8ED3BC20FE3D}"/>
              </a:ext>
            </a:extLst>
          </p:cNvPr>
          <p:cNvPicPr>
            <a:picLocks noChangeAspect="1"/>
          </p:cNvPicPr>
          <p:nvPr/>
        </p:nvPicPr>
        <p:blipFill>
          <a:blip r:embed="rId4"/>
          <a:stretch>
            <a:fillRect/>
          </a:stretch>
        </p:blipFill>
        <p:spPr>
          <a:xfrm>
            <a:off x="5763453" y="1201586"/>
            <a:ext cx="4427604" cy="554444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6" name="Picture 5">
            <a:extLst>
              <a:ext uri="{FF2B5EF4-FFF2-40B4-BE49-F238E27FC236}">
                <a16:creationId xmlns:a16="http://schemas.microsoft.com/office/drawing/2014/main" id="{F9505377-E1EC-D67F-C073-05EC8BFCCFB9}"/>
              </a:ext>
            </a:extLst>
          </p:cNvPr>
          <p:cNvPicPr>
            <a:picLocks noChangeAspect="1"/>
          </p:cNvPicPr>
          <p:nvPr/>
        </p:nvPicPr>
        <p:blipFill>
          <a:blip r:embed="rId3"/>
          <a:stretch>
            <a:fillRect/>
          </a:stretch>
        </p:blipFill>
        <p:spPr>
          <a:xfrm>
            <a:off x="327036" y="1201586"/>
            <a:ext cx="5235394" cy="5463374"/>
          </a:xfrm>
          <a:prstGeom prst="rect">
            <a:avLst/>
          </a:prstGeom>
        </p:spPr>
      </p:pic>
      <p:pic>
        <p:nvPicPr>
          <p:cNvPr id="11" name="Picture 10">
            <a:extLst>
              <a:ext uri="{FF2B5EF4-FFF2-40B4-BE49-F238E27FC236}">
                <a16:creationId xmlns:a16="http://schemas.microsoft.com/office/drawing/2014/main" id="{3A721052-2127-1DA7-1B70-CDAA511CD0C1}"/>
              </a:ext>
            </a:extLst>
          </p:cNvPr>
          <p:cNvPicPr>
            <a:picLocks noChangeAspect="1"/>
          </p:cNvPicPr>
          <p:nvPr/>
        </p:nvPicPr>
        <p:blipFill>
          <a:blip r:embed="rId4"/>
          <a:stretch>
            <a:fillRect/>
          </a:stretch>
        </p:blipFill>
        <p:spPr>
          <a:xfrm>
            <a:off x="5911351" y="1201586"/>
            <a:ext cx="5105842" cy="546337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6" name="Picture 5">
            <a:extLst>
              <a:ext uri="{FF2B5EF4-FFF2-40B4-BE49-F238E27FC236}">
                <a16:creationId xmlns:a16="http://schemas.microsoft.com/office/drawing/2014/main" id="{17C4255B-2F2A-C08A-8EDA-4B839749A8C4}"/>
              </a:ext>
            </a:extLst>
          </p:cNvPr>
          <p:cNvPicPr>
            <a:picLocks noChangeAspect="1"/>
          </p:cNvPicPr>
          <p:nvPr/>
        </p:nvPicPr>
        <p:blipFill>
          <a:blip r:embed="rId4"/>
          <a:stretch>
            <a:fillRect/>
          </a:stretch>
        </p:blipFill>
        <p:spPr>
          <a:xfrm>
            <a:off x="296553" y="1201586"/>
            <a:ext cx="5296359" cy="5567076"/>
          </a:xfrm>
          <a:prstGeom prst="rect">
            <a:avLst/>
          </a:prstGeom>
        </p:spPr>
      </p:pic>
      <p:pic>
        <p:nvPicPr>
          <p:cNvPr id="11" name="Picture 10">
            <a:extLst>
              <a:ext uri="{FF2B5EF4-FFF2-40B4-BE49-F238E27FC236}">
                <a16:creationId xmlns:a16="http://schemas.microsoft.com/office/drawing/2014/main" id="{A7F1B836-A9C6-C0FA-7543-60294201E4AF}"/>
              </a:ext>
            </a:extLst>
          </p:cNvPr>
          <p:cNvPicPr>
            <a:picLocks noChangeAspect="1"/>
          </p:cNvPicPr>
          <p:nvPr/>
        </p:nvPicPr>
        <p:blipFill>
          <a:blip r:embed="rId5"/>
          <a:stretch>
            <a:fillRect/>
          </a:stretch>
        </p:blipFill>
        <p:spPr>
          <a:xfrm>
            <a:off x="5763453" y="1201586"/>
            <a:ext cx="5197290" cy="5567076"/>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DA8A7096-07DC-6216-7653-7184EA31F168}"/>
              </a:ext>
            </a:extLst>
          </p:cNvPr>
          <p:cNvPicPr>
            <a:picLocks noChangeAspect="1"/>
          </p:cNvPicPr>
          <p:nvPr/>
        </p:nvPicPr>
        <p:blipFill>
          <a:blip r:embed="rId3"/>
          <a:stretch>
            <a:fillRect/>
          </a:stretch>
        </p:blipFill>
        <p:spPr>
          <a:xfrm>
            <a:off x="408495" y="1201587"/>
            <a:ext cx="5205439" cy="2530658"/>
          </a:xfrm>
          <a:prstGeom prst="rect">
            <a:avLst/>
          </a:prstGeom>
        </p:spPr>
      </p:pic>
      <p:pic>
        <p:nvPicPr>
          <p:cNvPr id="9" name="Picture 8">
            <a:extLst>
              <a:ext uri="{FF2B5EF4-FFF2-40B4-BE49-F238E27FC236}">
                <a16:creationId xmlns:a16="http://schemas.microsoft.com/office/drawing/2014/main" id="{FC2C12FD-2DDA-398C-B699-92ADA01876D7}"/>
              </a:ext>
            </a:extLst>
          </p:cNvPr>
          <p:cNvPicPr>
            <a:picLocks noChangeAspect="1"/>
          </p:cNvPicPr>
          <p:nvPr/>
        </p:nvPicPr>
        <p:blipFill>
          <a:blip r:embed="rId4"/>
          <a:stretch>
            <a:fillRect/>
          </a:stretch>
        </p:blipFill>
        <p:spPr>
          <a:xfrm>
            <a:off x="6012603" y="1201586"/>
            <a:ext cx="5239272" cy="2530659"/>
          </a:xfrm>
          <a:prstGeom prst="rect">
            <a:avLst/>
          </a:prstGeom>
        </p:spPr>
      </p:pic>
      <p:pic>
        <p:nvPicPr>
          <p:cNvPr id="12" name="Picture 11">
            <a:extLst>
              <a:ext uri="{FF2B5EF4-FFF2-40B4-BE49-F238E27FC236}">
                <a16:creationId xmlns:a16="http://schemas.microsoft.com/office/drawing/2014/main" id="{49A6946F-6A54-3270-B9AC-983CE3BF8DB0}"/>
              </a:ext>
            </a:extLst>
          </p:cNvPr>
          <p:cNvPicPr>
            <a:picLocks noChangeAspect="1"/>
          </p:cNvPicPr>
          <p:nvPr/>
        </p:nvPicPr>
        <p:blipFill>
          <a:blip r:embed="rId5"/>
          <a:stretch>
            <a:fillRect/>
          </a:stretch>
        </p:blipFill>
        <p:spPr>
          <a:xfrm>
            <a:off x="408495" y="4015904"/>
            <a:ext cx="5205439" cy="2649055"/>
          </a:xfrm>
          <a:prstGeom prst="rect">
            <a:avLst/>
          </a:prstGeom>
        </p:spPr>
      </p:pic>
      <p:pic>
        <p:nvPicPr>
          <p:cNvPr id="14" name="Picture 13">
            <a:extLst>
              <a:ext uri="{FF2B5EF4-FFF2-40B4-BE49-F238E27FC236}">
                <a16:creationId xmlns:a16="http://schemas.microsoft.com/office/drawing/2014/main" id="{3F1134AF-BFCB-7477-F29B-A0552AEFA1FB}"/>
              </a:ext>
            </a:extLst>
          </p:cNvPr>
          <p:cNvPicPr>
            <a:picLocks noChangeAspect="1"/>
          </p:cNvPicPr>
          <p:nvPr/>
        </p:nvPicPr>
        <p:blipFill>
          <a:blip r:embed="rId6"/>
          <a:stretch>
            <a:fillRect/>
          </a:stretch>
        </p:blipFill>
        <p:spPr>
          <a:xfrm>
            <a:off x="6012603" y="4015905"/>
            <a:ext cx="5205439" cy="264905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0"/>
            <a:ext cx="8393810" cy="460291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5D25C0E0-6BCE-F2DA-71DD-13EA41B9ED94}"/>
              </a:ext>
            </a:extLst>
          </p:cNvPr>
          <p:cNvSpPr txBox="1"/>
          <p:nvPr/>
        </p:nvSpPr>
        <p:spPr>
          <a:xfrm>
            <a:off x="1380931" y="2006082"/>
            <a:ext cx="4715069" cy="4093428"/>
          </a:xfrm>
          <a:prstGeom prst="rect">
            <a:avLst/>
          </a:prstGeom>
          <a:noFill/>
        </p:spPr>
        <p:txBody>
          <a:bodyPr wrap="square" rtlCol="0">
            <a:spAutoFit/>
          </a:bodyPr>
          <a:lstStyle/>
          <a:p>
            <a:pPr lvl="0"/>
            <a:r>
              <a:rPr lang="en-IN" sz="2000" b="1" dirty="0">
                <a:solidFill>
                  <a:schemeClr val="tx2">
                    <a:lumMod val="60000"/>
                    <a:lumOff val="40000"/>
                  </a:schemeClr>
                </a:solidFill>
              </a:rPr>
              <a:t>Predict crop yield</a:t>
            </a:r>
            <a:r>
              <a:rPr lang="en-IN" sz="2000" dirty="0">
                <a:solidFill>
                  <a:schemeClr val="tx2">
                    <a:lumMod val="60000"/>
                    <a:lumOff val="40000"/>
                  </a:schemeClr>
                </a:solidFill>
              </a:rPr>
              <a:t> using Machine Learning. </a:t>
            </a:r>
          </a:p>
          <a:p>
            <a:pPr lvl="0"/>
            <a:r>
              <a:rPr lang="en-IN" sz="2000" b="1" dirty="0">
                <a:solidFill>
                  <a:schemeClr val="tx2">
                    <a:lumMod val="60000"/>
                    <a:lumOff val="40000"/>
                  </a:schemeClr>
                </a:solidFill>
              </a:rPr>
              <a:t>Recommend the best crop</a:t>
            </a:r>
            <a:r>
              <a:rPr lang="en-IN" sz="2000" dirty="0">
                <a:solidFill>
                  <a:schemeClr val="tx2">
                    <a:lumMod val="60000"/>
                    <a:lumOff val="40000"/>
                  </a:schemeClr>
                </a:solidFill>
              </a:rPr>
              <a:t> for each season and region. </a:t>
            </a:r>
          </a:p>
          <a:p>
            <a:pPr lvl="0"/>
            <a:r>
              <a:rPr lang="en-IN" sz="2000" dirty="0">
                <a:solidFill>
                  <a:schemeClr val="tx2">
                    <a:lumMod val="60000"/>
                    <a:lumOff val="40000"/>
                  </a:schemeClr>
                </a:solidFill>
              </a:rPr>
              <a:t>Add </a:t>
            </a:r>
            <a:r>
              <a:rPr lang="en-IN" sz="2000" b="1" dirty="0">
                <a:solidFill>
                  <a:schemeClr val="tx2">
                    <a:lumMod val="60000"/>
                    <a:lumOff val="40000"/>
                  </a:schemeClr>
                </a:solidFill>
              </a:rPr>
              <a:t>real-time weather data</a:t>
            </a:r>
            <a:r>
              <a:rPr lang="en-IN" sz="2000" dirty="0">
                <a:solidFill>
                  <a:schemeClr val="tx2">
                    <a:lumMod val="60000"/>
                    <a:lumOff val="40000"/>
                  </a:schemeClr>
                </a:solidFill>
              </a:rPr>
              <a:t>. </a:t>
            </a:r>
          </a:p>
          <a:p>
            <a:pPr lvl="0"/>
            <a:r>
              <a:rPr lang="en-IN" sz="2000" dirty="0" err="1">
                <a:solidFill>
                  <a:schemeClr val="tx2">
                    <a:lumMod val="60000"/>
                    <a:lumOff val="40000"/>
                  </a:schemeClr>
                </a:solidFill>
              </a:rPr>
              <a:t>Analyze</a:t>
            </a:r>
            <a:r>
              <a:rPr lang="en-IN" sz="2000" dirty="0">
                <a:solidFill>
                  <a:schemeClr val="tx2">
                    <a:lumMod val="60000"/>
                    <a:lumOff val="40000"/>
                  </a:schemeClr>
                </a:solidFill>
              </a:rPr>
              <a:t> </a:t>
            </a:r>
            <a:r>
              <a:rPr lang="en-IN" sz="2000" b="1" dirty="0">
                <a:solidFill>
                  <a:schemeClr val="tx2">
                    <a:lumMod val="60000"/>
                    <a:lumOff val="40000"/>
                  </a:schemeClr>
                </a:solidFill>
              </a:rPr>
              <a:t>market prices</a:t>
            </a:r>
            <a:r>
              <a:rPr lang="en-IN" sz="2000" dirty="0">
                <a:solidFill>
                  <a:schemeClr val="tx2">
                    <a:lumMod val="60000"/>
                    <a:lumOff val="40000"/>
                  </a:schemeClr>
                </a:solidFill>
              </a:rPr>
              <a:t> and suggest profitable crops. </a:t>
            </a:r>
          </a:p>
          <a:p>
            <a:pPr lvl="0"/>
            <a:r>
              <a:rPr lang="en-IN" sz="2000" dirty="0">
                <a:solidFill>
                  <a:schemeClr val="tx2">
                    <a:lumMod val="60000"/>
                    <a:lumOff val="40000"/>
                  </a:schemeClr>
                </a:solidFill>
              </a:rPr>
              <a:t>Help farmers </a:t>
            </a:r>
            <a:r>
              <a:rPr lang="en-IN" sz="2000" b="1" dirty="0">
                <a:solidFill>
                  <a:schemeClr val="tx2">
                    <a:lumMod val="60000"/>
                    <a:lumOff val="40000"/>
                  </a:schemeClr>
                </a:solidFill>
              </a:rPr>
              <a:t>save water and reduce costs</a:t>
            </a:r>
            <a:r>
              <a:rPr lang="en-IN" sz="2000" dirty="0">
                <a:solidFill>
                  <a:schemeClr val="tx2">
                    <a:lumMod val="60000"/>
                    <a:lumOff val="40000"/>
                  </a:schemeClr>
                </a:solidFill>
              </a:rPr>
              <a:t>. </a:t>
            </a:r>
          </a:p>
          <a:p>
            <a:pPr lvl="0"/>
            <a:r>
              <a:rPr lang="en-IN" sz="2000" dirty="0">
                <a:solidFill>
                  <a:schemeClr val="tx2">
                    <a:lumMod val="60000"/>
                    <a:lumOff val="40000"/>
                  </a:schemeClr>
                </a:solidFill>
              </a:rPr>
              <a:t>Create a </a:t>
            </a:r>
            <a:r>
              <a:rPr lang="en-IN" sz="2000" b="1" dirty="0">
                <a:solidFill>
                  <a:schemeClr val="tx2">
                    <a:lumMod val="60000"/>
                    <a:lumOff val="40000"/>
                  </a:schemeClr>
                </a:solidFill>
              </a:rPr>
              <a:t>mobile/web application</a:t>
            </a:r>
            <a:r>
              <a:rPr lang="en-IN" sz="2000" dirty="0">
                <a:solidFill>
                  <a:schemeClr val="tx2">
                    <a:lumMod val="60000"/>
                    <a:lumOff val="40000"/>
                  </a:schemeClr>
                </a:solidFill>
              </a:rPr>
              <a:t> for farmers. </a:t>
            </a:r>
          </a:p>
          <a:p>
            <a:pPr lvl="0"/>
            <a:r>
              <a:rPr lang="en-IN" sz="2000" dirty="0">
                <a:solidFill>
                  <a:schemeClr val="tx2">
                    <a:lumMod val="60000"/>
                    <a:lumOff val="40000"/>
                  </a:schemeClr>
                </a:solidFill>
              </a:rPr>
              <a:t>Add </a:t>
            </a:r>
            <a:r>
              <a:rPr lang="en-IN" sz="2000" b="1" dirty="0">
                <a:solidFill>
                  <a:schemeClr val="tx2">
                    <a:lumMod val="60000"/>
                    <a:lumOff val="40000"/>
                  </a:schemeClr>
                </a:solidFill>
              </a:rPr>
              <a:t>AI-based recommendations</a:t>
            </a:r>
            <a:r>
              <a:rPr lang="en-IN" sz="2000" dirty="0">
                <a:solidFill>
                  <a:schemeClr val="tx2">
                    <a:lumMod val="60000"/>
                    <a:lumOff val="40000"/>
                  </a:schemeClr>
                </a:solidFill>
              </a:rPr>
              <a:t> for better farming decisions. </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3CCF07FB-D7BD-48A0-DD8F-18E4EC944FDA}"/>
              </a:ext>
            </a:extLst>
          </p:cNvPr>
          <p:cNvSpPr txBox="1"/>
          <p:nvPr/>
        </p:nvSpPr>
        <p:spPr>
          <a:xfrm>
            <a:off x="582868" y="1347322"/>
            <a:ext cx="7525651" cy="369332"/>
          </a:xfrm>
          <a:prstGeom prst="rect">
            <a:avLst/>
          </a:prstGeom>
          <a:noFill/>
        </p:spPr>
        <p:txBody>
          <a:bodyPr wrap="square" rtlCol="0">
            <a:spAutoFit/>
          </a:bodyPr>
          <a:lstStyle/>
          <a:p>
            <a:r>
              <a:rPr lang="en-IN"/>
              <a:t>https://github.com/badugusandhya123-ops/VOIS-Project.git</a:t>
            </a:r>
            <a:endParaRPr lang="en-IN"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1A32EE4-3169-C701-240D-80F7EFC89374}"/>
              </a:ext>
            </a:extLst>
          </p:cNvPr>
          <p:cNvPicPr>
            <a:picLocks noChangeAspect="1"/>
          </p:cNvPicPr>
          <p:nvPr/>
        </p:nvPicPr>
        <p:blipFill>
          <a:blip r:embed="rId3"/>
          <a:stretch>
            <a:fillRect/>
          </a:stretch>
        </p:blipFill>
        <p:spPr>
          <a:xfrm>
            <a:off x="675957" y="1417523"/>
            <a:ext cx="7750212" cy="524743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07755" y="1866018"/>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1443</TotalTime>
  <Words>434</Words>
  <Application>Microsoft Office PowerPoint</Application>
  <PresentationFormat>Widescreen</PresentationFormat>
  <Paragraphs>45</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 </vt:lpstr>
      <vt:lpstr>PROBLEM  STATEMENT</vt:lpstr>
      <vt:lpstr>Project Description  Seasonal Agriculture Performance Analysis is a data analytics project focused on understanding how agricultural performance varies across different seasons, regions, crops, farming practices, environmental conditions, resource usage, and economic factors. The project involves data cleaning, exploratory data analysis, statistical analysis, KPI evaluation, and interactive Power BI visualization to identify seasonal patterns, compare agricultural outcomes, and discover relationships between farming conditions and performance. The analysis aims to generate evidence-based insights and data-driven recommendations that can support better seasonal agricultural planning and resource management.</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sandhya badugu</cp:lastModifiedBy>
  <cp:revision>99</cp:revision>
  <dcterms:created xsi:type="dcterms:W3CDTF">2021-07-11T13:13:15Z</dcterms:created>
  <dcterms:modified xsi:type="dcterms:W3CDTF">2026-09-12T17:12:47Z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